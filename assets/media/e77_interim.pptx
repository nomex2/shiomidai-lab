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(発表者ノート)</a:t>
            </a:r>
          </a:p>
          <a:p>
            <a:r>
              <a:t>ここまで探した君に、扉の開く条件を書いておく。</a:t>
            </a:r>
          </a:p>
          <a:p>
            <a:r>
              <a:t>海がこちらを向くのは、10秒に一度だけ。</a:t>
            </a:r>
          </a:p>
          <a:p>
            <a:r>
              <a:t>検索が承認される瞬間の「秒の一桁」が零であること。</a:t>
            </a:r>
          </a:p>
          <a:p>
            <a:r>
              <a:t>検索窓は外部の時計に問い合わせてから答える。焦らず、周期に合わせて叩け。</a:t>
            </a:r>
          </a:p>
          <a:p>
            <a:r>
              <a:t>シンカイテイ。秒の一桁、零。忘れるな。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7C9B0"/>
                </a:solidFill>
                <a:latin typeface="Meiryo"/>
              </a:rPr>
              <a:t>深海環境音に含まれる長周期構造について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9AA8B4"/>
                </a:solidFill>
                <a:latin typeface="Meiryo"/>
              </a:rPr>
              <a:t>汐見台工科大学 音響情報学研究室  相原 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A8B4"/>
                </a:solidFill>
                <a:latin typeface="Meiryo"/>
              </a:rPr>
              <a:t>海洋音響学会 2021年春季大会 講演1030(撤回)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7C9B0"/>
                </a:solidFill>
                <a:latin typeface="Meiryo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9AA8B4"/>
                </a:solidFill>
                <a:latin typeface="Meiryo"/>
              </a:rPr>
              <a:t>・深海は音を「長く」保持する——SOFARチャネルによる超長距離伝搬
・南鳥島沖 E系列ブイ網による3年間の連続観測
・2021年1月30日、観測点E-77にて周期10.000秒の未知信号を受信
・本発表は同信号の中間解析結果の報告である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7C9B0"/>
                </a:solidFill>
                <a:latin typeface="Meiryo"/>
              </a:rPr>
              <a:t>解析手法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9AA8B4"/>
                </a:solidFill>
                <a:latin typeface="Meiryo"/>
              </a:rPr>
              <a:t>・10秒セグメント単位での同期加算による S/N 改善
・周期成分の抽出と位相安定性評価(ジッタ &lt; 0.8ms)
・振幅包絡の系列解析(長短パターンの符号化仮説)
・音源定位: E-77直下、海底面下約40m と推定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7C9B0"/>
                </a:solidFill>
                <a:latin typeface="Meiryo"/>
              </a:rPr>
              <a:t>結果: スペクトル構造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8346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7C9B0"/>
                </a:solidFill>
                <a:latin typeface="Meiryo"/>
              </a:rPr>
              <a:t>【ここまで辿り着いた人へ】撤回番号 W-1030 は封印庫の整理番号ではない。回廊の6段目の扉の名だ。検索窓へ: W-1030</a:t>
            </a:r>
          </a:p>
        </p:txBody>
      </p:sp>
      <p:pic>
        <p:nvPicPr>
          <p:cNvPr id="5" name="Picture 4" descr="spectro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011680"/>
            <a:ext cx="91440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AA8B4"/>
                </a:solidFill>
                <a:latin typeface="Meiryo"/>
              </a:rPr>
              <a:t>10秒間隔の規則的な縦縞構造。自然音源では説明できない。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7C9B0"/>
                </a:solidFill>
                <a:latin typeface="Meiryo"/>
              </a:rPr>
              <a:t>考察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9AA8B4"/>
                </a:solidFill>
                <a:latin typeface="Meiryo"/>
              </a:rPr>
              <a:t>・信号は人工的だが、既知のいかなる海中機器のものとも一致しない
・時間反転対称性という異常な性質を持つ
・「残響回廊仮説」: 音響エネルギーが準安定的に保存される伝搬路の存在
・回廊内の音は減衰も、時間の向きも、持たない可能性がある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8686800" y="274320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7C9B0"/>
                </a:solidFill>
                <a:latin typeface="Meiryo"/>
              </a:rPr>
              <a:t>枠の外まで来たか。いいだろう——扉の名は「シンカイテイ」。カタカナ6文字だ。だが名を知るだけでは開かない。条件は、最後の頁のノートに。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37C9B0"/>
                </a:solidFill>
                <a:latin typeface="Meiryo"/>
              </a:rPr>
              <a:t>結言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9AA8B4"/>
                </a:solidFill>
                <a:latin typeface="Meiryo"/>
              </a:rPr>
              <a:t>・E-77信号の全容解明には長期の追加観測を要する
・本信号は「受信されること」を前提に設計されている可能性がある
・詳細な解析結果は次回大会で報告する予定である
  ——この「次回」は、来なかった。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